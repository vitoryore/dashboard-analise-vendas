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C66"/>
    <a:srgbClr val="7FC0FA"/>
    <a:srgbClr val="0E103B"/>
    <a:srgbClr val="0D0F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>
        <p:scale>
          <a:sx n="86" d="100"/>
          <a:sy n="86" d="100"/>
        </p:scale>
        <p:origin x="678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07E3-D92B-4175-B978-B7FA289903CE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F71B7-0FE3-49B0-8C88-B1DBC03E54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840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07E3-D92B-4175-B978-B7FA289903CE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F71B7-0FE3-49B0-8C88-B1DBC03E54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1656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07E3-D92B-4175-B978-B7FA289903CE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F71B7-0FE3-49B0-8C88-B1DBC03E54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7885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07E3-D92B-4175-B978-B7FA289903CE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F71B7-0FE3-49B0-8C88-B1DBC03E54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4646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07E3-D92B-4175-B978-B7FA289903CE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F71B7-0FE3-49B0-8C88-B1DBC03E54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1395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07E3-D92B-4175-B978-B7FA289903CE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F71B7-0FE3-49B0-8C88-B1DBC03E54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450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07E3-D92B-4175-B978-B7FA289903CE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F71B7-0FE3-49B0-8C88-B1DBC03E54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5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07E3-D92B-4175-B978-B7FA289903CE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F71B7-0FE3-49B0-8C88-B1DBC03E54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1607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07E3-D92B-4175-B978-B7FA289903CE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F71B7-0FE3-49B0-8C88-B1DBC03E54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435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07E3-D92B-4175-B978-B7FA289903CE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F71B7-0FE3-49B0-8C88-B1DBC03E54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692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E07E3-D92B-4175-B978-B7FA289903CE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F71B7-0FE3-49B0-8C88-B1DBC03E54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686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E07E3-D92B-4175-B978-B7FA289903CE}" type="datetimeFigureOut">
              <a:rPr lang="pt-BR" smtClean="0"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F71B7-0FE3-49B0-8C88-B1DBC03E54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349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Arredondado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28000">
                <a:srgbClr val="0E103B"/>
              </a:gs>
              <a:gs pos="83000">
                <a:srgbClr val="181C66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/>
          <p:cNvSpPr txBox="1"/>
          <p:nvPr/>
        </p:nvSpPr>
        <p:spPr>
          <a:xfrm>
            <a:off x="892097" y="1115122"/>
            <a:ext cx="47169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dirty="0" smtClean="0">
                <a:solidFill>
                  <a:srgbClr val="7FC0FA"/>
                </a:solidFill>
                <a:effectLst>
                  <a:outerShdw blurRad="254000" dist="38100" dir="5400000" algn="l" rotWithShape="0">
                    <a:srgbClr val="7FC0FA">
                      <a:alpha val="40000"/>
                    </a:srgbClr>
                  </a:outerShdw>
                </a:effectLst>
                <a:latin typeface="Bahnschrift SemiBold" panose="020B0502040204020203" pitchFamily="34" charset="0"/>
              </a:rPr>
              <a:t>DASHBOARD</a:t>
            </a:r>
            <a:endParaRPr lang="pt-BR" sz="6000" dirty="0">
              <a:solidFill>
                <a:srgbClr val="7FC0FA"/>
              </a:solidFill>
              <a:effectLst>
                <a:outerShdw blurRad="254000" dist="38100" dir="5400000" algn="l" rotWithShape="0">
                  <a:srgbClr val="7FC0FA">
                    <a:alpha val="40000"/>
                  </a:srgbClr>
                </a:outerShdw>
              </a:effectLst>
              <a:latin typeface="Bahnschrift SemiBold" panose="020B0502040204020203" pitchFamily="34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979340" y="2130785"/>
            <a:ext cx="72594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dirty="0" smtClean="0">
                <a:solidFill>
                  <a:schemeClr val="accent2">
                    <a:lumMod val="75000"/>
                  </a:schemeClr>
                </a:solidFill>
                <a:effectLst>
                  <a:innerShdw blurRad="381000" dist="50800" dir="8100000">
                    <a:schemeClr val="accent2">
                      <a:alpha val="78000"/>
                    </a:schemeClr>
                  </a:innerShdw>
                </a:effectLst>
                <a:latin typeface="Bahnschrift SemiBold" panose="020B0502040204020203" pitchFamily="34" charset="0"/>
              </a:rPr>
              <a:t>ANÁLISE DE VENDAS</a:t>
            </a:r>
            <a:endParaRPr lang="pt-BR" sz="5400" dirty="0">
              <a:solidFill>
                <a:schemeClr val="accent2">
                  <a:lumMod val="75000"/>
                </a:schemeClr>
              </a:solidFill>
              <a:effectLst>
                <a:innerShdw blurRad="381000" dist="50800" dir="8100000">
                  <a:schemeClr val="accent2">
                    <a:alpha val="78000"/>
                  </a:schemeClr>
                </a:innerShdw>
              </a:effectLst>
              <a:latin typeface="Bahnschrift SemiBold" panose="020B0502040204020203" pitchFamily="34" charset="0"/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459058" y="4172387"/>
            <a:ext cx="72464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 smtClean="0">
                <a:solidFill>
                  <a:srgbClr val="7FC0FA"/>
                </a:solidFill>
                <a:latin typeface="Bahnschrift SemiBold" panose="020B0502040204020203" pitchFamily="34" charset="0"/>
              </a:rPr>
              <a:t>Performance Comercial</a:t>
            </a:r>
            <a:endParaRPr lang="pt-BR" sz="3200" dirty="0">
              <a:solidFill>
                <a:srgbClr val="7FC0FA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918115" y="4719036"/>
            <a:ext cx="9898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accent2"/>
                </a:solidFill>
              </a:rPr>
              <a:t>Visão Geral • Clientes • Pagamentos • Desempenho</a:t>
            </a:r>
            <a:endParaRPr lang="pt-BR" sz="32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89569" y="6129695"/>
            <a:ext cx="3969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 smtClean="0">
                <a:solidFill>
                  <a:schemeClr val="accent2"/>
                </a:solidFill>
                <a:latin typeface="Bahnschrift SemiBold" panose="020B0502040204020203" pitchFamily="34" charset="0"/>
              </a:rPr>
              <a:t>Power BI | Análise de Dados</a:t>
            </a:r>
            <a:endParaRPr lang="pt-BR" sz="2000" dirty="0">
              <a:solidFill>
                <a:schemeClr val="accent2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0" name="Retângulo Arredondado 9"/>
          <p:cNvSpPr/>
          <p:nvPr/>
        </p:nvSpPr>
        <p:spPr>
          <a:xfrm>
            <a:off x="9077093" y="6161815"/>
            <a:ext cx="2893740" cy="367990"/>
          </a:xfrm>
          <a:prstGeom prst="roundRect">
            <a:avLst/>
          </a:prstGeom>
          <a:gradFill flip="none" rotWithShape="1">
            <a:gsLst>
              <a:gs pos="0">
                <a:srgbClr val="0E103B"/>
              </a:gs>
              <a:gs pos="96000">
                <a:srgbClr val="181C66"/>
              </a:gs>
              <a:gs pos="62000">
                <a:srgbClr val="181C66"/>
              </a:gs>
              <a:gs pos="81000">
                <a:srgbClr val="7FC0FA"/>
              </a:gs>
            </a:gsLst>
            <a:lin ang="189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chemeClr val="accent2"/>
                </a:solidFill>
              </a:rPr>
              <a:t>Ir para Dashboard</a:t>
            </a:r>
            <a:endParaRPr lang="pt-BR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293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Arredondado 24"/>
          <p:cNvSpPr/>
          <p:nvPr/>
        </p:nvSpPr>
        <p:spPr>
          <a:xfrm>
            <a:off x="-1398" y="0"/>
            <a:ext cx="12193398" cy="6858000"/>
          </a:xfrm>
          <a:prstGeom prst="roundRect">
            <a:avLst>
              <a:gd name="adj" fmla="val 6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Arredondado 4"/>
          <p:cNvSpPr/>
          <p:nvPr/>
        </p:nvSpPr>
        <p:spPr>
          <a:xfrm>
            <a:off x="117446" y="1113164"/>
            <a:ext cx="1736521" cy="671121"/>
          </a:xfrm>
          <a:prstGeom prst="roundRect">
            <a:avLst/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Arredondado 14"/>
          <p:cNvSpPr/>
          <p:nvPr/>
        </p:nvSpPr>
        <p:spPr>
          <a:xfrm>
            <a:off x="2142985" y="1110801"/>
            <a:ext cx="1736521" cy="671120"/>
          </a:xfrm>
          <a:prstGeom prst="roundRect">
            <a:avLst/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Arredondado 15"/>
          <p:cNvSpPr/>
          <p:nvPr/>
        </p:nvSpPr>
        <p:spPr>
          <a:xfrm>
            <a:off x="4211486" y="1119584"/>
            <a:ext cx="1736521" cy="671120"/>
          </a:xfrm>
          <a:prstGeom prst="roundRect">
            <a:avLst/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Arredondado 16"/>
          <p:cNvSpPr/>
          <p:nvPr/>
        </p:nvSpPr>
        <p:spPr>
          <a:xfrm>
            <a:off x="6279987" y="1119584"/>
            <a:ext cx="1736521" cy="677540"/>
          </a:xfrm>
          <a:prstGeom prst="roundRect">
            <a:avLst/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Arredondado 17"/>
          <p:cNvSpPr/>
          <p:nvPr/>
        </p:nvSpPr>
        <p:spPr>
          <a:xfrm>
            <a:off x="8308681" y="1116673"/>
            <a:ext cx="1736521" cy="671119"/>
          </a:xfrm>
          <a:prstGeom prst="roundRect">
            <a:avLst/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Arredondado 18"/>
          <p:cNvSpPr/>
          <p:nvPr/>
        </p:nvSpPr>
        <p:spPr>
          <a:xfrm>
            <a:off x="10377182" y="1119585"/>
            <a:ext cx="1736521" cy="671119"/>
          </a:xfrm>
          <a:prstGeom prst="roundRect">
            <a:avLst/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Arredondado 19"/>
          <p:cNvSpPr/>
          <p:nvPr/>
        </p:nvSpPr>
        <p:spPr>
          <a:xfrm>
            <a:off x="117446" y="1895911"/>
            <a:ext cx="7141831" cy="2600588"/>
          </a:xfrm>
          <a:prstGeom prst="roundRect">
            <a:avLst>
              <a:gd name="adj" fmla="val 6621"/>
            </a:avLst>
          </a:prstGeom>
          <a:solidFill>
            <a:schemeClr val="bg1"/>
          </a:solidFill>
          <a:effectLst>
            <a:outerShdw blurRad="50800" dist="50800" dir="5400000" algn="ctr" rotWithShape="0">
              <a:srgbClr val="0D0F36">
                <a:alpha val="6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Arredondado 20"/>
          <p:cNvSpPr/>
          <p:nvPr/>
        </p:nvSpPr>
        <p:spPr>
          <a:xfrm>
            <a:off x="117447" y="4655892"/>
            <a:ext cx="7141830" cy="2064289"/>
          </a:xfrm>
          <a:prstGeom prst="roundRect">
            <a:avLst>
              <a:gd name="adj" fmla="val 7390"/>
            </a:avLst>
          </a:prstGeom>
          <a:solidFill>
            <a:schemeClr val="bg1"/>
          </a:solidFill>
          <a:effectLst>
            <a:outerShdw blurRad="50800" dist="50800" dir="5400000" algn="ctr" rotWithShape="0">
              <a:srgbClr val="0D0F36">
                <a:alpha val="6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Arredondado 21"/>
          <p:cNvSpPr/>
          <p:nvPr/>
        </p:nvSpPr>
        <p:spPr>
          <a:xfrm>
            <a:off x="7378120" y="4655892"/>
            <a:ext cx="4735583" cy="2064289"/>
          </a:xfrm>
          <a:prstGeom prst="roundRect">
            <a:avLst>
              <a:gd name="adj" fmla="val 8248"/>
            </a:avLst>
          </a:prstGeom>
          <a:solidFill>
            <a:schemeClr val="bg1"/>
          </a:solidFill>
          <a:effectLst>
            <a:outerShdw blurRad="50800" dist="50800" dir="5400000" algn="ctr" rotWithShape="0">
              <a:srgbClr val="0D0F36">
                <a:alpha val="6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Arredondado 22"/>
          <p:cNvSpPr/>
          <p:nvPr/>
        </p:nvSpPr>
        <p:spPr>
          <a:xfrm>
            <a:off x="7378120" y="1895911"/>
            <a:ext cx="4735583" cy="2600588"/>
          </a:xfrm>
          <a:prstGeom prst="roundRect">
            <a:avLst>
              <a:gd name="adj" fmla="val 7697"/>
            </a:avLst>
          </a:prstGeom>
          <a:solidFill>
            <a:schemeClr val="bg1"/>
          </a:solidFill>
          <a:effectLst>
            <a:outerShdw blurRad="50800" dist="50800" dir="5400000" algn="ctr" rotWithShape="0">
              <a:srgbClr val="0D0F36">
                <a:alpha val="6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Arredondado 23"/>
          <p:cNvSpPr/>
          <p:nvPr/>
        </p:nvSpPr>
        <p:spPr>
          <a:xfrm>
            <a:off x="117447" y="504535"/>
            <a:ext cx="6122734" cy="509842"/>
          </a:xfrm>
          <a:prstGeom prst="roundRect">
            <a:avLst>
              <a:gd name="adj" fmla="val 34741"/>
            </a:avLst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/>
          <p:cNvSpPr txBox="1"/>
          <p:nvPr/>
        </p:nvSpPr>
        <p:spPr>
          <a:xfrm>
            <a:off x="7793279" y="482979"/>
            <a:ext cx="209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        </a:t>
            </a:r>
            <a:r>
              <a:rPr lang="pt-BR" dirty="0" smtClean="0">
                <a:latin typeface="Cascadia Code" panose="020B0609020000020004" pitchFamily="49" charset="0"/>
                <a:cs typeface="Cascadia Code" panose="020B0609020000020004" pitchFamily="49" charset="0"/>
              </a:rPr>
              <a:t>Visão Geral</a:t>
            </a:r>
            <a:endParaRPr lang="pt-BR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49" y="1248852"/>
            <a:ext cx="450082" cy="40320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4560" y="1255056"/>
            <a:ext cx="403200" cy="40320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987" y="1221144"/>
            <a:ext cx="432000" cy="43200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522" y="1221144"/>
            <a:ext cx="468000" cy="46800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48488" y="1221484"/>
            <a:ext cx="430568" cy="430568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026" y="1259554"/>
            <a:ext cx="392498" cy="392498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89" y="529125"/>
            <a:ext cx="432000" cy="432000"/>
          </a:xfrm>
          <a:prstGeom prst="rect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5" y="533538"/>
            <a:ext cx="468000" cy="468000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861" y="523781"/>
            <a:ext cx="432000" cy="432000"/>
          </a:xfrm>
          <a:prstGeom prst="rect">
            <a:avLst/>
          </a:prstGeom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847" y="504535"/>
            <a:ext cx="504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83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Arredondado 24"/>
          <p:cNvSpPr/>
          <p:nvPr/>
        </p:nvSpPr>
        <p:spPr>
          <a:xfrm>
            <a:off x="7953" y="0"/>
            <a:ext cx="12161632" cy="6858000"/>
          </a:xfrm>
          <a:prstGeom prst="roundRect">
            <a:avLst>
              <a:gd name="adj" fmla="val 6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Arredondado 4"/>
          <p:cNvSpPr/>
          <p:nvPr/>
        </p:nvSpPr>
        <p:spPr>
          <a:xfrm>
            <a:off x="594360" y="1081995"/>
            <a:ext cx="2343944" cy="671121"/>
          </a:xfrm>
          <a:prstGeom prst="roundRect">
            <a:avLst/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Arredondado 19"/>
          <p:cNvSpPr/>
          <p:nvPr/>
        </p:nvSpPr>
        <p:spPr>
          <a:xfrm>
            <a:off x="117447" y="1895911"/>
            <a:ext cx="6591964" cy="2600588"/>
          </a:xfrm>
          <a:prstGeom prst="roundRect">
            <a:avLst>
              <a:gd name="adj" fmla="val 6621"/>
            </a:avLst>
          </a:prstGeom>
          <a:solidFill>
            <a:schemeClr val="bg1"/>
          </a:solidFill>
          <a:effectLst>
            <a:outerShdw blurRad="50800" dist="50800" dir="5400000" algn="ctr" rotWithShape="0">
              <a:srgbClr val="0D0F36">
                <a:alpha val="6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Arredondado 20"/>
          <p:cNvSpPr/>
          <p:nvPr/>
        </p:nvSpPr>
        <p:spPr>
          <a:xfrm>
            <a:off x="117447" y="4655892"/>
            <a:ext cx="6409083" cy="2064289"/>
          </a:xfrm>
          <a:prstGeom prst="roundRect">
            <a:avLst>
              <a:gd name="adj" fmla="val 7390"/>
            </a:avLst>
          </a:prstGeom>
          <a:solidFill>
            <a:schemeClr val="bg1"/>
          </a:solidFill>
          <a:effectLst>
            <a:outerShdw blurRad="50800" dist="50800" dir="5400000" algn="ctr" rotWithShape="0">
              <a:srgbClr val="0D0F36">
                <a:alpha val="6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Arredondado 21"/>
          <p:cNvSpPr/>
          <p:nvPr/>
        </p:nvSpPr>
        <p:spPr>
          <a:xfrm>
            <a:off x="6698521" y="4636805"/>
            <a:ext cx="5380945" cy="2080888"/>
          </a:xfrm>
          <a:prstGeom prst="roundRect">
            <a:avLst>
              <a:gd name="adj" fmla="val 8248"/>
            </a:avLst>
          </a:prstGeom>
          <a:solidFill>
            <a:schemeClr val="bg1"/>
          </a:solidFill>
          <a:effectLst>
            <a:outerShdw blurRad="50800" dist="50800" dir="5400000" algn="ctr" rotWithShape="0">
              <a:srgbClr val="0D0F36">
                <a:alpha val="6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Arredondado 22"/>
          <p:cNvSpPr/>
          <p:nvPr/>
        </p:nvSpPr>
        <p:spPr>
          <a:xfrm>
            <a:off x="6828257" y="1895911"/>
            <a:ext cx="5251209" cy="2600588"/>
          </a:xfrm>
          <a:prstGeom prst="roundRect">
            <a:avLst>
              <a:gd name="adj" fmla="val 7697"/>
            </a:avLst>
          </a:prstGeom>
          <a:solidFill>
            <a:schemeClr val="bg1"/>
          </a:solidFill>
          <a:effectLst>
            <a:outerShdw blurRad="50800" dist="50800" dir="5400000" algn="ctr" rotWithShape="0">
              <a:srgbClr val="0D0F36">
                <a:alpha val="6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Arredondado 23"/>
          <p:cNvSpPr/>
          <p:nvPr/>
        </p:nvSpPr>
        <p:spPr>
          <a:xfrm>
            <a:off x="117447" y="504535"/>
            <a:ext cx="6122734" cy="509842"/>
          </a:xfrm>
          <a:prstGeom prst="roundRect">
            <a:avLst>
              <a:gd name="adj" fmla="val 34741"/>
            </a:avLst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/>
          <p:cNvSpPr txBox="1"/>
          <p:nvPr/>
        </p:nvSpPr>
        <p:spPr>
          <a:xfrm>
            <a:off x="7793279" y="482979"/>
            <a:ext cx="209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         </a:t>
            </a:r>
            <a:r>
              <a:rPr lang="pt-BR" dirty="0" smtClean="0">
                <a:latin typeface="Cascadia Code" panose="020B0609020000020004" pitchFamily="49" charset="0"/>
                <a:cs typeface="Cascadia Code" panose="020B0609020000020004" pitchFamily="49" charset="0"/>
              </a:rPr>
              <a:t>Clientes</a:t>
            </a:r>
            <a:endParaRPr lang="pt-BR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122" y="1186120"/>
            <a:ext cx="432000" cy="43200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89" y="529125"/>
            <a:ext cx="432000" cy="432000"/>
          </a:xfrm>
          <a:prstGeom prst="rect">
            <a:avLst/>
          </a:prstGeom>
          <a:effectLst/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5" y="533538"/>
            <a:ext cx="468000" cy="46800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861" y="523781"/>
            <a:ext cx="432000" cy="432000"/>
          </a:xfrm>
          <a:prstGeom prst="rect">
            <a:avLst/>
          </a:prstGeom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847" y="504535"/>
            <a:ext cx="504000" cy="504000"/>
          </a:xfrm>
          <a:prstGeom prst="rect">
            <a:avLst/>
          </a:prstGeom>
        </p:spPr>
      </p:pic>
      <p:sp>
        <p:nvSpPr>
          <p:cNvPr id="27" name="Retângulo Arredondado 26"/>
          <p:cNvSpPr/>
          <p:nvPr/>
        </p:nvSpPr>
        <p:spPr>
          <a:xfrm>
            <a:off x="3402754" y="1081996"/>
            <a:ext cx="2317436" cy="671121"/>
          </a:xfrm>
          <a:prstGeom prst="roundRect">
            <a:avLst/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Arredondado 28"/>
          <p:cNvSpPr/>
          <p:nvPr/>
        </p:nvSpPr>
        <p:spPr>
          <a:xfrm>
            <a:off x="6402804" y="1066559"/>
            <a:ext cx="2317436" cy="671121"/>
          </a:xfrm>
          <a:prstGeom prst="roundRect">
            <a:avLst/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Arredondado 29"/>
          <p:cNvSpPr/>
          <p:nvPr/>
        </p:nvSpPr>
        <p:spPr>
          <a:xfrm>
            <a:off x="9331175" y="1081996"/>
            <a:ext cx="2317436" cy="671121"/>
          </a:xfrm>
          <a:prstGeom prst="roundRect">
            <a:avLst/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99" y="1157171"/>
            <a:ext cx="352138" cy="459625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31" name="Imagem 30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988" y="1185383"/>
            <a:ext cx="450082" cy="40320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32" name="Imagem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830" y="1189962"/>
            <a:ext cx="432000" cy="43200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5130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Arredondado 24"/>
          <p:cNvSpPr/>
          <p:nvPr/>
        </p:nvSpPr>
        <p:spPr>
          <a:xfrm>
            <a:off x="0" y="-9134"/>
            <a:ext cx="12191999" cy="6867133"/>
          </a:xfrm>
          <a:prstGeom prst="roundRect">
            <a:avLst>
              <a:gd name="adj" fmla="val 68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Arredondado 4"/>
          <p:cNvSpPr/>
          <p:nvPr/>
        </p:nvSpPr>
        <p:spPr>
          <a:xfrm>
            <a:off x="594360" y="1081995"/>
            <a:ext cx="2343944" cy="671121"/>
          </a:xfrm>
          <a:prstGeom prst="roundRect">
            <a:avLst/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Arredondado 19"/>
          <p:cNvSpPr/>
          <p:nvPr/>
        </p:nvSpPr>
        <p:spPr>
          <a:xfrm>
            <a:off x="117447" y="1895911"/>
            <a:ext cx="7097392" cy="2600588"/>
          </a:xfrm>
          <a:prstGeom prst="roundRect">
            <a:avLst>
              <a:gd name="adj" fmla="val 6621"/>
            </a:avLst>
          </a:prstGeom>
          <a:solidFill>
            <a:schemeClr val="bg1"/>
          </a:solidFill>
          <a:effectLst>
            <a:outerShdw blurRad="50800" dist="50800" dir="5400000" algn="ctr" rotWithShape="0">
              <a:srgbClr val="0D0F36">
                <a:alpha val="6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Arredondado 20"/>
          <p:cNvSpPr/>
          <p:nvPr/>
        </p:nvSpPr>
        <p:spPr>
          <a:xfrm>
            <a:off x="117447" y="4652009"/>
            <a:ext cx="7109658" cy="2132753"/>
          </a:xfrm>
          <a:prstGeom prst="roundRect">
            <a:avLst>
              <a:gd name="adj" fmla="val 7390"/>
            </a:avLst>
          </a:prstGeom>
          <a:solidFill>
            <a:schemeClr val="bg1"/>
          </a:solidFill>
          <a:effectLst>
            <a:outerShdw blurRad="50800" dist="50800" dir="5400000" algn="ctr" rotWithShape="0">
              <a:srgbClr val="0D0F36">
                <a:alpha val="6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Arredondado 21"/>
          <p:cNvSpPr/>
          <p:nvPr/>
        </p:nvSpPr>
        <p:spPr>
          <a:xfrm>
            <a:off x="7426712" y="4652010"/>
            <a:ext cx="4652753" cy="2132754"/>
          </a:xfrm>
          <a:prstGeom prst="roundRect">
            <a:avLst>
              <a:gd name="adj" fmla="val 8248"/>
            </a:avLst>
          </a:prstGeom>
          <a:solidFill>
            <a:schemeClr val="bg1"/>
          </a:solidFill>
          <a:effectLst>
            <a:outerShdw blurRad="50800" dist="50800" dir="5400000" algn="ctr" rotWithShape="0">
              <a:srgbClr val="0D0F36">
                <a:alpha val="6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Arredondado 22"/>
          <p:cNvSpPr/>
          <p:nvPr/>
        </p:nvSpPr>
        <p:spPr>
          <a:xfrm>
            <a:off x="7426712" y="1934307"/>
            <a:ext cx="4652753" cy="2600588"/>
          </a:xfrm>
          <a:prstGeom prst="roundRect">
            <a:avLst>
              <a:gd name="adj" fmla="val 7697"/>
            </a:avLst>
          </a:prstGeom>
          <a:solidFill>
            <a:schemeClr val="bg1"/>
          </a:solidFill>
          <a:effectLst>
            <a:outerShdw blurRad="50800" dist="50800" dir="5400000" algn="ctr" rotWithShape="0">
              <a:srgbClr val="0D0F36">
                <a:alpha val="67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Arredondado 23"/>
          <p:cNvSpPr/>
          <p:nvPr/>
        </p:nvSpPr>
        <p:spPr>
          <a:xfrm>
            <a:off x="117447" y="504535"/>
            <a:ext cx="6122734" cy="509842"/>
          </a:xfrm>
          <a:prstGeom prst="roundRect">
            <a:avLst>
              <a:gd name="adj" fmla="val 34741"/>
            </a:avLst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/>
          <p:cNvSpPr txBox="1"/>
          <p:nvPr/>
        </p:nvSpPr>
        <p:spPr>
          <a:xfrm>
            <a:off x="7793279" y="482979"/>
            <a:ext cx="2095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       </a:t>
            </a:r>
            <a:r>
              <a:rPr lang="pt-BR" dirty="0" smtClean="0"/>
              <a:t> </a:t>
            </a:r>
            <a:r>
              <a:rPr lang="pt-BR" dirty="0" smtClean="0">
                <a:latin typeface="Cascadia Code" panose="020B0609020000020004" pitchFamily="49" charset="0"/>
                <a:cs typeface="Cascadia Code" panose="020B0609020000020004" pitchFamily="49" charset="0"/>
              </a:rPr>
              <a:t>Desempenho</a:t>
            </a: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89" y="529125"/>
            <a:ext cx="432000" cy="432000"/>
          </a:xfrm>
          <a:prstGeom prst="rect">
            <a:avLst/>
          </a:prstGeom>
          <a:effectLst/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875" y="533538"/>
            <a:ext cx="468000" cy="468000"/>
          </a:xfrm>
          <a:prstGeom prst="rect">
            <a:avLst/>
          </a:prstGeom>
          <a:effectLst/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861" y="523781"/>
            <a:ext cx="432000" cy="432000"/>
          </a:xfrm>
          <a:prstGeom prst="rect">
            <a:avLst/>
          </a:prstGeom>
          <a:effectLst/>
        </p:spPr>
      </p:pic>
      <p:pic>
        <p:nvPicPr>
          <p:cNvPr id="26" name="Imagem 2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847" y="504535"/>
            <a:ext cx="504000" cy="50400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27" name="Retângulo Arredondado 26"/>
          <p:cNvSpPr/>
          <p:nvPr/>
        </p:nvSpPr>
        <p:spPr>
          <a:xfrm>
            <a:off x="3402754" y="1081996"/>
            <a:ext cx="2317436" cy="671121"/>
          </a:xfrm>
          <a:prstGeom prst="roundRect">
            <a:avLst/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Arredondado 28"/>
          <p:cNvSpPr/>
          <p:nvPr/>
        </p:nvSpPr>
        <p:spPr>
          <a:xfrm>
            <a:off x="6402804" y="1066559"/>
            <a:ext cx="2317436" cy="671121"/>
          </a:xfrm>
          <a:prstGeom prst="roundRect">
            <a:avLst/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Arredondado 29"/>
          <p:cNvSpPr/>
          <p:nvPr/>
        </p:nvSpPr>
        <p:spPr>
          <a:xfrm>
            <a:off x="9331175" y="1081996"/>
            <a:ext cx="2317436" cy="671121"/>
          </a:xfrm>
          <a:prstGeom prst="roundRect">
            <a:avLst/>
          </a:prstGeom>
          <a:gradFill flip="none" rotWithShape="1">
            <a:gsLst>
              <a:gs pos="41000">
                <a:srgbClr val="0D0F36"/>
              </a:gs>
              <a:gs pos="84000">
                <a:srgbClr val="181C66"/>
              </a:gs>
            </a:gsLst>
            <a:lin ang="189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1" name="Imagem 3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664" y="1197703"/>
            <a:ext cx="450082" cy="40320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34" name="Imagem 3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5599" y="1198441"/>
            <a:ext cx="403200" cy="40320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32" name="Imagem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6341" y="1197703"/>
            <a:ext cx="450082" cy="403200"/>
          </a:xfrm>
          <a:prstGeom prst="rect">
            <a:avLst/>
          </a:prstGeom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78" y="1195735"/>
            <a:ext cx="396000" cy="39600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29733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30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Bahnschrift SemiBold</vt:lpstr>
      <vt:lpstr>Calibri</vt:lpstr>
      <vt:lpstr>Calibri Light</vt:lpstr>
      <vt:lpstr>Cascadia Code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User</dc:creator>
  <cp:lastModifiedBy>User</cp:lastModifiedBy>
  <cp:revision>35</cp:revision>
  <dcterms:created xsi:type="dcterms:W3CDTF">2026-08-03T19:27:57Z</dcterms:created>
  <dcterms:modified xsi:type="dcterms:W3CDTF">2026-08-10T19:51:36Z</dcterms:modified>
</cp:coreProperties>
</file>